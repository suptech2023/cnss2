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0" r:id="rId14"/>
    <p:sldId id="257" r:id="rId15"/>
    <p:sldId id="258" r:id="rId16"/>
    <p:sldId id="259" r:id="rId17"/>
    <p:sldId id="261" r:id="rId18"/>
    <p:sldId id="26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11/5/2025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51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Qu’est-ce que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Angular</a:t>
            </a:r>
            <a:r>
              <a:rPr lang="fr-FR" sz="2800" b="1" dirty="0"/>
              <a:t> </a:t>
            </a:r>
            <a:r>
              <a:rPr lang="fr-FR" sz="2800" b="1" dirty="0" err="1"/>
              <a:t>Material</a:t>
            </a:r>
            <a:r>
              <a:rPr lang="fr-FR" sz="2800" dirty="0"/>
              <a:t> est une bibliothèque de composants UI (boutons, formulaires, tableaux, menus…) conçue par l’équipe </a:t>
            </a:r>
            <a:r>
              <a:rPr lang="fr-FR" sz="2800" b="1" dirty="0" err="1"/>
              <a:t>Angular</a:t>
            </a:r>
            <a:r>
              <a:rPr lang="fr-FR" sz="2800" dirty="0"/>
              <a:t> en suivant les principes du </a:t>
            </a:r>
            <a:r>
              <a:rPr lang="fr-FR" sz="2800" b="1" dirty="0" err="1"/>
              <a:t>Material</a:t>
            </a:r>
            <a:r>
              <a:rPr lang="fr-FR" sz="2800" b="1" dirty="0"/>
              <a:t> Design</a:t>
            </a:r>
            <a:r>
              <a:rPr lang="fr-FR" sz="2800" dirty="0"/>
              <a:t> de Google.</a:t>
            </a:r>
          </a:p>
        </p:txBody>
      </p:sp>
    </p:spTree>
    <p:extLst>
      <p:ext uri="{BB962C8B-B14F-4D97-AF65-F5344CB8AC3E}">
        <p14:creationId xmlns:p14="http://schemas.microsoft.com/office/powerpoint/2010/main" val="208289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Avantages </a:t>
            </a: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69848" y="2121408"/>
            <a:ext cx="1005840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Cohérentes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Professionnelles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dirty="0"/>
              <a:t>Sans avoir à écrire beaucoup de CSS.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90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/>
              <a:t>Pourquoi utiliser </a:t>
            </a:r>
            <a:r>
              <a:rPr lang="fr-FR" sz="4800" dirty="0" err="1"/>
              <a:t>Angular</a:t>
            </a:r>
            <a:r>
              <a:rPr lang="fr-FR" sz="4800" dirty="0"/>
              <a:t> </a:t>
            </a:r>
            <a:r>
              <a:rPr lang="fr-FR" sz="4800" dirty="0" err="1"/>
              <a:t>Material</a:t>
            </a:r>
            <a:r>
              <a:rPr lang="fr-FR" sz="4800" dirty="0"/>
              <a:t> ?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108" y="1962364"/>
            <a:ext cx="9400854" cy="43254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255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1557"/>
          </a:xfrm>
        </p:spPr>
        <p:txBody>
          <a:bodyPr/>
          <a:lstStyle/>
          <a:p>
            <a:pPr algn="ctr"/>
            <a:r>
              <a:rPr lang="fr-FR" dirty="0"/>
              <a:t>Thèmes &amp;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10301"/>
            <a:ext cx="10058400" cy="4661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r>
              <a:rPr lang="fr-FR" dirty="0"/>
              <a:t> propose des thèmes prêts à l’emploi </a:t>
            </a:r>
            <a:r>
              <a:rPr lang="fr-FR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Indigo / Pink</a:t>
            </a:r>
            <a:r>
              <a:rPr lang="fr-FR" dirty="0"/>
              <a:t> (par défaut</a:t>
            </a:r>
            <a:r>
              <a:rPr lang="fr-FR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Purple</a:t>
            </a:r>
            <a:r>
              <a:rPr lang="fr-FR" dirty="0"/>
              <a:t> / </a:t>
            </a:r>
            <a:r>
              <a:rPr lang="fr-FR" dirty="0" smtClean="0"/>
              <a:t>Green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Deep</a:t>
            </a:r>
            <a:r>
              <a:rPr lang="fr-FR" dirty="0"/>
              <a:t> Orange / </a:t>
            </a:r>
            <a:r>
              <a:rPr lang="fr-FR" dirty="0" smtClean="0"/>
              <a:t>Amber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Ou </a:t>
            </a:r>
            <a:r>
              <a:rPr lang="fr-FR" b="1" dirty="0"/>
              <a:t>thème </a:t>
            </a:r>
            <a:r>
              <a:rPr lang="fr-FR" b="1" dirty="0" smtClean="0"/>
              <a:t>personnalisé</a:t>
            </a:r>
          </a:p>
          <a:p>
            <a:pPr>
              <a:lnSpc>
                <a:spcPct val="150000"/>
              </a:lnSpc>
            </a:pPr>
            <a:r>
              <a:rPr lang="fr-FR" dirty="0"/>
              <a:t>Ce thème contrôle </a:t>
            </a:r>
            <a:r>
              <a:rPr lang="fr-FR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 smtClean="0"/>
              <a:t>couleurs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/>
              <a:t>effets </a:t>
            </a:r>
            <a:r>
              <a:rPr lang="fr-FR" b="1" dirty="0" smtClean="0"/>
              <a:t>d’ombre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/>
              <a:t>composants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72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HTML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226" y="3010328"/>
            <a:ext cx="6055998" cy="2578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COMPOSANT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78202" y="3236360"/>
            <a:ext cx="4263775" cy="1670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275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828800"/>
            <a:ext cx="9923500" cy="4530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710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1557"/>
          </a:xfrm>
        </p:spPr>
        <p:txBody>
          <a:bodyPr/>
          <a:lstStyle/>
          <a:p>
            <a:pPr algn="ctr"/>
            <a:r>
              <a:rPr lang="fr-FR" dirty="0" smtClean="0"/>
              <a:t>Bonnes pratiques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46558" y="1546055"/>
            <a:ext cx="10058400" cy="4050792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En </a:t>
            </a:r>
            <a:r>
              <a:rPr lang="fr-FR" b="1" dirty="0" err="1"/>
              <a:t>Angular</a:t>
            </a:r>
            <a:r>
              <a:rPr lang="fr-FR" b="1" dirty="0"/>
              <a:t> 16+ (</a:t>
            </a:r>
            <a:r>
              <a:rPr lang="fr-FR" b="1" dirty="0" err="1"/>
              <a:t>standalone</a:t>
            </a:r>
            <a:r>
              <a:rPr lang="fr-FR" b="1" dirty="0"/>
              <a:t>)</a:t>
            </a:r>
            <a:r>
              <a:rPr lang="fr-FR" dirty="0"/>
              <a:t> il est </a:t>
            </a:r>
            <a:r>
              <a:rPr lang="fr-FR" b="1" dirty="0"/>
              <a:t>recommandé</a:t>
            </a:r>
            <a:r>
              <a:rPr lang="fr-FR" dirty="0"/>
              <a:t> d’importer les modules </a:t>
            </a:r>
            <a:r>
              <a:rPr lang="fr-FR" b="1" dirty="0"/>
              <a:t>un par un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C’est la </a:t>
            </a:r>
            <a:r>
              <a:rPr lang="fr-FR" b="1" dirty="0"/>
              <a:t>bonne pratique officielle</a:t>
            </a:r>
            <a:r>
              <a:rPr lang="fr-FR" dirty="0"/>
              <a:t>, car :</a:t>
            </a:r>
          </a:p>
          <a:p>
            <a:pPr lvl="1"/>
            <a:r>
              <a:rPr lang="fr-FR" dirty="0"/>
              <a:t>Tu importes </a:t>
            </a:r>
            <a:r>
              <a:rPr lang="fr-FR" b="1" dirty="0"/>
              <a:t>uniquement ce que tu utilises</a:t>
            </a:r>
            <a:r>
              <a:rPr lang="fr-FR" dirty="0"/>
              <a:t> → </a:t>
            </a:r>
            <a:r>
              <a:rPr lang="fr-FR" b="1" dirty="0"/>
              <a:t>meilleure </a:t>
            </a:r>
            <a:r>
              <a:rPr lang="fr-FR" b="1" dirty="0" smtClean="0"/>
              <a:t>performance</a:t>
            </a:r>
          </a:p>
          <a:p>
            <a:pPr lvl="1"/>
            <a:r>
              <a:rPr lang="fr-FR" dirty="0"/>
              <a:t>La taille du bundle est </a:t>
            </a:r>
            <a:r>
              <a:rPr lang="fr-FR" b="1" dirty="0"/>
              <a:t>plus </a:t>
            </a:r>
            <a:r>
              <a:rPr lang="fr-FR" b="1" dirty="0" smtClean="0"/>
              <a:t>petite</a:t>
            </a:r>
          </a:p>
          <a:p>
            <a:pPr lvl="1"/>
            <a:r>
              <a:rPr lang="fr-FR" dirty="0"/>
              <a:t>Le code est </a:t>
            </a:r>
            <a:r>
              <a:rPr lang="fr-FR" b="1" dirty="0"/>
              <a:t>plus propre et maîtrisé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13098" y="2098174"/>
            <a:ext cx="3493212" cy="1939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173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000" dirty="0"/>
              <a:t>Alternative Propre : </a:t>
            </a:r>
            <a:r>
              <a:rPr lang="fr-FR" sz="4000" b="1" dirty="0"/>
              <a:t>Créer un module partagé</a:t>
            </a:r>
            <a:r>
              <a:rPr lang="fr-FR" sz="4000" dirty="0"/>
              <a:t> (si tu as beaucoup de composants)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Tu peux créer </a:t>
            </a:r>
            <a:r>
              <a:rPr lang="fr-FR" b="1" dirty="0" err="1"/>
              <a:t>MaterialSharedModule</a:t>
            </a:r>
            <a:r>
              <a:rPr lang="fr-FR" dirty="0"/>
              <a:t> </a:t>
            </a:r>
            <a:r>
              <a:rPr lang="fr-FR" i="1" dirty="0"/>
              <a:t>mais tu n’y mets que ce que tu utilises réellement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264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3864" y="1746607"/>
            <a:ext cx="8702211" cy="39748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230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Au niveau de composant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3893906"/>
            <a:ext cx="10058400" cy="2278294"/>
          </a:xfrm>
        </p:spPr>
        <p:txBody>
          <a:bodyPr/>
          <a:lstStyle/>
          <a:p>
            <a:r>
              <a:rPr lang="fr-FR" dirty="0"/>
              <a:t>Toujours </a:t>
            </a:r>
            <a:r>
              <a:rPr lang="fr-FR" dirty="0" smtClean="0"/>
              <a:t>contrôlé</a:t>
            </a:r>
          </a:p>
          <a:p>
            <a:r>
              <a:rPr lang="fr-FR" dirty="0"/>
              <a:t>Pas trop </a:t>
            </a:r>
            <a:r>
              <a:rPr lang="fr-FR" dirty="0" smtClean="0"/>
              <a:t>lourd</a:t>
            </a:r>
          </a:p>
          <a:p>
            <a:r>
              <a:rPr lang="fr-FR" dirty="0"/>
              <a:t>Plus pratique pour les grands projets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2261" y="1880172"/>
            <a:ext cx="4685016" cy="1226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44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recap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915" y="2093976"/>
            <a:ext cx="9287838" cy="3382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296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vérification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b="1" dirty="0" err="1"/>
              <a:t>npm</a:t>
            </a:r>
            <a:r>
              <a:rPr lang="fr-FR" sz="3600" b="1" dirty="0"/>
              <a:t> </a:t>
            </a:r>
            <a:r>
              <a:rPr lang="fr-FR" sz="3600" b="1" dirty="0" err="1"/>
              <a:t>list</a:t>
            </a:r>
            <a:r>
              <a:rPr lang="fr-FR" sz="3600" b="1" dirty="0"/>
              <a:t> @</a:t>
            </a:r>
            <a:r>
              <a:rPr lang="fr-FR" sz="3600" b="1" dirty="0" err="1"/>
              <a:t>angular</a:t>
            </a:r>
            <a:r>
              <a:rPr lang="fr-FR" sz="3600" b="1" dirty="0"/>
              <a:t>/</a:t>
            </a:r>
            <a:r>
              <a:rPr lang="fr-FR" sz="3600" b="1" dirty="0" err="1"/>
              <a:t>material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37070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Installer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 err="1"/>
              <a:t>ng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@</a:t>
            </a:r>
            <a:r>
              <a:rPr lang="fr-FR" dirty="0" err="1" smtClean="0"/>
              <a:t>angular</a:t>
            </a:r>
            <a:r>
              <a:rPr lang="fr-FR" dirty="0" smtClean="0"/>
              <a:t>/</a:t>
            </a:r>
            <a:r>
              <a:rPr lang="fr-FR" dirty="0" err="1" smtClean="0"/>
              <a:t>material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Cette commande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installe le package @</a:t>
            </a:r>
            <a:r>
              <a:rPr lang="fr-FR" dirty="0" err="1" smtClean="0"/>
              <a:t>angular</a:t>
            </a:r>
            <a:r>
              <a:rPr lang="fr-FR" dirty="0" smtClean="0"/>
              <a:t>/</a:t>
            </a:r>
            <a:r>
              <a:rPr lang="fr-FR" dirty="0" err="1" smtClean="0"/>
              <a:t>material</a:t>
            </a:r>
            <a:endParaRPr lang="fr-FR" dirty="0" smtClean="0"/>
          </a:p>
          <a:p>
            <a:pPr lvl="1" algn="just">
              <a:lnSpc>
                <a:spcPct val="150000"/>
              </a:lnSpc>
            </a:pPr>
            <a:r>
              <a:rPr lang="fr-FR" dirty="0"/>
              <a:t>configure les thèmes et animations </a:t>
            </a:r>
            <a:r>
              <a:rPr lang="fr-FR" dirty="0" smtClean="0"/>
              <a:t>automatiquement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ajoute les modules nécessaires dans ton </a:t>
            </a:r>
            <a:r>
              <a:rPr lang="fr-FR" dirty="0" smtClean="0"/>
              <a:t>projet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Tu peux choisir un thème par défaut (ex. </a:t>
            </a:r>
            <a:r>
              <a:rPr lang="fr-FR" b="1" dirty="0"/>
              <a:t>Indigo/Pink</a:t>
            </a:r>
            <a:r>
              <a:rPr lang="fr-FR" dirty="0"/>
              <a:t>) et activer les </a:t>
            </a:r>
            <a:r>
              <a:rPr lang="fr-FR" b="1" dirty="0"/>
              <a:t>animations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7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add-employe.component.css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1007" y="1808253"/>
            <a:ext cx="6924782" cy="3513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8773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27779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LA CLASSE </a:t>
            </a:r>
            <a:r>
              <a:rPr lang="fr-FR" dirty="0" err="1" smtClean="0"/>
              <a:t>ts</a:t>
            </a:r>
            <a:r>
              <a:rPr lang="fr-FR" dirty="0" smtClean="0"/>
              <a:t> DU </a:t>
            </a:r>
            <a:r>
              <a:rPr lang="fr-FR" dirty="0" err="1" smtClean="0"/>
              <a:t>cONTROULEUR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026" y="1191802"/>
            <a:ext cx="8311792" cy="4777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85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Service </a:t>
            </a:r>
            <a:r>
              <a:rPr lang="fr-FR" dirty="0" err="1" smtClean="0"/>
              <a:t>create</a:t>
            </a:r>
            <a:r>
              <a:rPr lang="fr-FR" dirty="0" smtClean="0"/>
              <a:t> user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03" y="1869897"/>
            <a:ext cx="8507003" cy="4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435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07230"/>
            <a:ext cx="10058400" cy="5838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820" y="1078787"/>
            <a:ext cx="10460428" cy="50934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319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65</TotalTime>
  <Words>258</Words>
  <Application>Microsoft Office PowerPoint</Application>
  <PresentationFormat>Grand écran</PresentationFormat>
  <Paragraphs>56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Rockwell</vt:lpstr>
      <vt:lpstr>Rockwell Condensed</vt:lpstr>
      <vt:lpstr>Wingdings</vt:lpstr>
      <vt:lpstr>Type de bois</vt:lpstr>
      <vt:lpstr>Angular Material</vt:lpstr>
      <vt:lpstr>Qu’est-ce que Angular Material ?</vt:lpstr>
      <vt:lpstr>Avantages </vt:lpstr>
      <vt:lpstr>Pourquoi utiliser Angular Material ?</vt:lpstr>
      <vt:lpstr>Thèmes &amp; Styles</vt:lpstr>
      <vt:lpstr>Exemple</vt:lpstr>
      <vt:lpstr>Résumé</vt:lpstr>
      <vt:lpstr>Bonnes pratiques</vt:lpstr>
      <vt:lpstr>Alternative Propre : Créer un module partagé (si tu as beaucoup de composants)</vt:lpstr>
      <vt:lpstr>exemple</vt:lpstr>
      <vt:lpstr>Au niveau de composant</vt:lpstr>
      <vt:lpstr>recap</vt:lpstr>
      <vt:lpstr>vérification</vt:lpstr>
      <vt:lpstr>Installer Angular Material</vt:lpstr>
      <vt:lpstr>add-employe.component.css</vt:lpstr>
      <vt:lpstr>LA CLASSE ts DU cONTROULEUR</vt:lpstr>
      <vt:lpstr>Service create user</vt:lpstr>
      <vt:lpstr>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Material</dc:title>
  <dc:creator>admin</dc:creator>
  <cp:lastModifiedBy>admin</cp:lastModifiedBy>
  <cp:revision>20</cp:revision>
  <dcterms:created xsi:type="dcterms:W3CDTF">2025-11-05T13:22:01Z</dcterms:created>
  <dcterms:modified xsi:type="dcterms:W3CDTF">2025-11-05T14:27:54Z</dcterms:modified>
</cp:coreProperties>
</file>