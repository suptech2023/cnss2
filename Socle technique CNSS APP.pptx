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11/4/2025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Socle technique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Application CNSS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0364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Solution Métier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Pour la </a:t>
            </a:r>
            <a:r>
              <a:rPr lang="fr-FR" sz="2800" b="1" dirty="0"/>
              <a:t>CNSS (Caisse Nationale de Sécurité Sociale)</a:t>
            </a:r>
            <a:r>
              <a:rPr lang="fr-FR" sz="2800" dirty="0"/>
              <a:t>, le développement d’applications métiers destinées aux </a:t>
            </a:r>
            <a:r>
              <a:rPr lang="fr-FR" sz="2800" b="1" dirty="0"/>
              <a:t>employés internes</a:t>
            </a:r>
            <a:r>
              <a:rPr lang="fr-FR" sz="2800" dirty="0"/>
              <a:t> (RH, gestion des prestations, recouvrement, suivi des dossiers, etc.) exige un </a:t>
            </a:r>
            <a:r>
              <a:rPr lang="fr-FR" sz="2800" b="1" dirty="0"/>
              <a:t>socle technique solide</a:t>
            </a:r>
            <a:r>
              <a:rPr lang="fr-FR" sz="2800" dirty="0"/>
              <a:t>, sécurisé, maintenable et aligné avec les standards de l’administration </a:t>
            </a:r>
            <a:r>
              <a:rPr lang="fr-FR" sz="2800" dirty="0" smtClean="0"/>
              <a:t>numérique.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0170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Type </a:t>
            </a:r>
            <a:r>
              <a:rPr lang="fr-FR" dirty="0" smtClean="0"/>
              <a:t>d’architecture actuelle</a:t>
            </a:r>
            <a:br>
              <a:rPr lang="fr-FR" dirty="0" smtClean="0"/>
            </a:br>
            <a:r>
              <a:rPr lang="fr-FR" dirty="0" err="1" smtClean="0"/>
              <a:t>fullstack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/>
              <a:t>Monolithique modulaire</a:t>
            </a:r>
            <a:r>
              <a:rPr lang="fr-FR" sz="2800" dirty="0"/>
              <a:t> basée sur </a:t>
            </a:r>
            <a:r>
              <a:rPr lang="fr-FR" sz="2800" b="1" dirty="0" err="1"/>
              <a:t>Spring</a:t>
            </a:r>
            <a:r>
              <a:rPr lang="fr-FR" sz="2800" b="1" dirty="0"/>
              <a:t> Boot (back-end)</a:t>
            </a:r>
            <a:r>
              <a:rPr lang="fr-FR" sz="2800" dirty="0"/>
              <a:t> et </a:t>
            </a:r>
            <a:r>
              <a:rPr lang="fr-FR" sz="2800" b="1" dirty="0" err="1"/>
              <a:t>Angular</a:t>
            </a:r>
            <a:r>
              <a:rPr lang="fr-FR" sz="2800" b="1" dirty="0"/>
              <a:t> (front-end)</a:t>
            </a:r>
            <a:r>
              <a:rPr lang="fr-FR" sz="2800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1533" y="4146804"/>
            <a:ext cx="5825448" cy="18600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74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Centraliser la logique métier dans une seule application </a:t>
            </a:r>
            <a:r>
              <a:rPr lang="fr-FR" sz="2400" dirty="0" smtClean="0"/>
              <a:t>serveur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Simplifier le déploiement et la maintenance (idéal pour DSI CNSS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Préparer une évolution future vers le découpage par modules (micro-fronts ou </a:t>
            </a:r>
            <a:r>
              <a:rPr lang="fr-FR" sz="2400" dirty="0" err="1"/>
              <a:t>microservices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838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1675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Socle Technique Adapté</a:t>
            </a:r>
            <a:br>
              <a:rPr lang="fr-FR" dirty="0"/>
            </a:br>
            <a:r>
              <a:rPr lang="fr-FR" dirty="0" smtClean="0"/>
              <a:t>Back-End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885" y="1325366"/>
            <a:ext cx="10921430" cy="4952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449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40793"/>
            <a:ext cx="10058400" cy="73799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Organisation du Code (Monolithique Structuré)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23317"/>
            <a:ext cx="10058400" cy="4548883"/>
          </a:xfrm>
        </p:spPr>
        <p:txBody>
          <a:bodyPr>
            <a:normAutofit/>
          </a:bodyPr>
          <a:lstStyle/>
          <a:p>
            <a:r>
              <a:rPr lang="fr-FR" sz="3200" dirty="0"/>
              <a:t>Exemple de structure </a:t>
            </a:r>
            <a:r>
              <a:rPr lang="fr-FR" sz="3200" dirty="0" err="1" smtClean="0"/>
              <a:t>Maven</a:t>
            </a:r>
            <a:r>
              <a:rPr lang="fr-FR" sz="3200" dirty="0" smtClean="0"/>
              <a:t> :</a:t>
            </a: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8265" y="2354350"/>
            <a:ext cx="6965879" cy="3817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35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et Hébergement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424701"/>
            <a:ext cx="10058400" cy="362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Modules Métiers Typiques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952090"/>
            <a:ext cx="10058399" cy="437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1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79148"/>
            <a:ext cx="10058400" cy="933202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/>
              <a:t>Vers une architecture </a:t>
            </a:r>
            <a:r>
              <a:rPr lang="fr-FR" sz="4000" dirty="0" err="1" smtClean="0"/>
              <a:t>Microservices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70002" y="1448657"/>
            <a:ext cx="7058346" cy="4500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35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100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d’organisation par modules (</a:t>
            </a:r>
            <a:r>
              <a:rPr lang="fr-FR" dirty="0" err="1"/>
              <a:t>microservices</a:t>
            </a:r>
            <a:r>
              <a:rPr lang="fr-FR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43" y="2137025"/>
            <a:ext cx="9750175" cy="40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6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Pile Technologique Recommandée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9" y="1900719"/>
            <a:ext cx="10159806" cy="43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7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254</TotalTime>
  <Words>145</Words>
  <Application>Microsoft Office PowerPoint</Application>
  <PresentationFormat>Grand écran</PresentationFormat>
  <Paragraphs>18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Georgia</vt:lpstr>
      <vt:lpstr>Trebuchet MS</vt:lpstr>
      <vt:lpstr>Wingdings</vt:lpstr>
      <vt:lpstr>Type de bois</vt:lpstr>
      <vt:lpstr>Socle technique</vt:lpstr>
      <vt:lpstr>Solution Métier</vt:lpstr>
      <vt:lpstr>Type d’architecture actuelle fullstack</vt:lpstr>
      <vt:lpstr>Objectifs</vt:lpstr>
      <vt:lpstr>Socle Technique Adapté Back-End</vt:lpstr>
      <vt:lpstr>Organisation du Code (Monolithique Structuré)</vt:lpstr>
      <vt:lpstr>Déploiement et Hébergement</vt:lpstr>
      <vt:lpstr>Modules Métiers Typiques</vt:lpstr>
      <vt:lpstr>Vers une architecture Microservices</vt:lpstr>
      <vt:lpstr>Exemple d’organisation par modules (microservices)</vt:lpstr>
      <vt:lpstr>Pile Technologique Recommandée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Socle technique</dc:title>
  <dc:creator>admin</dc:creator>
  <cp:lastModifiedBy>admin</cp:lastModifiedBy>
  <cp:revision>23</cp:revision>
  <dcterms:created xsi:type="dcterms:W3CDTF">2025-10-27T20:28:51Z</dcterms:created>
  <dcterms:modified xsi:type="dcterms:W3CDTF">2025-11-04T22:15:59Z</dcterms:modified>
</cp:coreProperties>
</file>